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50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PROBLEM STATEMENT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 is Global. Digital Chess Locks Out 285M Blind Players.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920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25603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Visual Lock-in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51560" y="3291840"/>
            <a:ext cx="2697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Mainstream platforms (Chess.com, Lichess) demand constant 2D eye tracking across 64 squares. Fast-paced Blitz &amp; Bullet games are physically impossible for blind players.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16552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6592" y="19202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36592" y="25603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 Friction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36592" y="3291840"/>
            <a:ext cx="2697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readers read raw DOM tables cell by cell. This adds 6-10 seconds of cognitive and mechanical delay per move, making clock flag-falls inevitable.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01584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21624" y="19202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21624" y="25603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Tactical Audio Context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421624" y="3291840"/>
            <a:ext cx="2697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readouts lack domain insight. Players have no instantaneous awareness of hanging pieces, pins, discovered attacks, or checkmate patterns.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PROPOSED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VoiceChessmate: The Eyes-Free, Voice-First Chess Companion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16636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920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Conversational Chess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2606040"/>
            <a:ext cx="45262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simply hold 'J' (push-to-talk) and speak naturally: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'Knight to f3' or 'Pawn to Eva 4'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'Describe my threats' or 'What is my best development?'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Voice Agent immediately confirms moves, executes the AI reply, and speaks tactical coaching guidance back with zero screen dependency.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Production App: https://voicechessmate.vercel.app/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166360" cy="1371600"/>
          </a:xfrm>
          <a:prstGeom prst="roundRect">
            <a:avLst>
              <a:gd name="adj" fmla="val 10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60" y="19202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82880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Zero-Latency Audio Engine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086600" y="2194560"/>
            <a:ext cx="4160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AudioContext: 48kHz native playback + 24kHz capture with realistic wooden piece acoustics.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63640" y="3108960"/>
            <a:ext cx="5166360" cy="1371600"/>
          </a:xfrm>
          <a:prstGeom prst="roundRect">
            <a:avLst>
              <a:gd name="adj" fmla="val 10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7960" y="34290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86600" y="333756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 &amp; IBCA Phonetics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086600" y="3703320"/>
            <a:ext cx="4160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support for international blind chess coordinate phonetics (Anna, Bella, Cesar, David...).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63640" y="4617720"/>
            <a:ext cx="5166360" cy="1371600"/>
          </a:xfrm>
          <a:prstGeom prst="roundRect">
            <a:avLst>
              <a:gd name="adj" fmla="val 10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93776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484632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Voice-Managed Chess Clocks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086600" y="5212080"/>
            <a:ext cx="4160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Bullet, Blitz, and Rapid timers with audio warnings and flag-fall detection.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TARGET USERS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Accessibility: Engineered for Blind Players, Loved by All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920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25603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&amp; Low-Vision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51560" y="31546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 Million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51560" y="36118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Visually impaired globally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51560" y="40233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eyes-free gameplay with spatial stereo earcons, audio coordinate verification, and zero visual friction.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16552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6592" y="19202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36592" y="25603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 Students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736592" y="31546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600+ Million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736592" y="36118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chess players worldwide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36592" y="40233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voice coaching that explains why a move was played, detects mistakes, and provides on-demand tactical reviews.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01584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21624" y="192024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21624" y="256032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Commuter Players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421624" y="31546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Million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21624" y="36118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audio gaming segment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421624" y="40233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rated games while commuting, exercising, or multitasking without looking at a phone or touching a keyboard.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TECHNICAL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Full-Stack Pipeline with Guaranteed Audio Delivery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9202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24688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AssemblyAI Voice Agent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3108960"/>
            <a:ext cx="2697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WebSocket streaming with sub-300ms turn-around.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AudioWorklet captures 24kHz PCM16 in 25ms chunks.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Context-aware language parsing with chess keyterms.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Deterministic tool calls: apply_move, describe_board.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6552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6592" y="19202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36592" y="24688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 Engine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736592" y="3108960"/>
            <a:ext cx="2697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Linux/PulseAudio solved: 48kHz output + 24kHz capture.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silent clipping or buffer dropouts.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AudioBufferSourceNode zero-latency playback queue.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 Audio synthesized chess.com wood sound acoustics.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01584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21624" y="192024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21624" y="24688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Chess Core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421624" y="3108960"/>
            <a:ext cx="2697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chess.js integration with complete legal move validation.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Stockfish 16 WASM AI opponent with 4 difficulty levels.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335 automated Vitest unit &amp; adversarial tests in CI.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state persistence across network reconnects.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C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MARKET &amp; BUSINESS POTENTIAL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Uncontested Category: Voice-First Accessible Digital Chess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16636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9202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6596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&amp; Opportunity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2560320"/>
            <a:ext cx="45262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$5.7B Global Chess Industry: Rapid expansion fueled by streaming, youth adoption, and scholastic programs.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285M Visually Impaired Population: Completely excluded from competitive online chess due to visual interface lock-in.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Creation: Neither Chess.com nor Lichess offer conversational hands-free voice gameplay today.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16636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3680" y="19202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196596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 Revenue Streams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583680" y="2560320"/>
            <a:ext cx="45262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Consumer Freemium (B2C)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Free: Unlimited standard voice games &amp; clocks.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Pro ($8/mo): Master-tier coaching, deep game evaluations, opening blunder audits.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Institutional &amp; Tournament Licensing (B2B)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Official digital client for IBCA blind chess championships.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White-label integration for schools and academies.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Voice Agent API Licensing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Modular SDK for third-party chess software.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SCALABILITY &amp; FUTURE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Roadmap: From AI Coach to Global Tournament Platform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(TODAY)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Coach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301752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conversational chess companion with AssemblyAI voice engine, Stockfish 16 WASM, blitz clocks, and 335 passing unit tests.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(Q4 2026)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36592" y="22860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Voice Rooms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36592" y="301752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human-vs-human voice chess rooms. Auditory clock countdowns and rated match synchronization with Lichess.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01584" y="1600200"/>
            <a:ext cx="3337560" cy="4389120"/>
          </a:xfrm>
          <a:prstGeom prst="roundRect">
            <a:avLst>
              <a:gd name="adj" fmla="val 411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21624" y="1920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(2027)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21624" y="22860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Scale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301752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Bluetooth electronic chess board sync (DGT, Millennium), haptic move feedback, and multilingual IBCA speech models in 8 languages.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IF WE HAD MORE TIME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Next Steps with Additional Time &amp;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18745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2880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Voice-to-Voice Multiplayer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051560" y="23774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two blind players in a shared voice channel where both players' spoken moves and clock sounds are broadcast and verified in sub-second real time.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3680" y="18745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182880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Haptic Coordinate Feedback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583680" y="23774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square files (1-8) and ranks (a-h) into distinct spatial vibration patterns on mobile devices, allowing tactile verification without any audio.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31520" y="393192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420624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16052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IBCA Certified Tournament Arbiter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051560" y="470916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adjudication engine generating FIDE-compliant PGN score-sheets with automated dispute playback for blind chess tournament organizers.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63640" y="393192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83680" y="420624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32320" y="416052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Native iOS &amp; Android Apps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6583680" y="470916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the Web Audio and AssemblyAI pipeline into native mobile apps utilizing iOS CoreAudio and Android AudioTrack for maximum battery efficiency.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VoiceChessmate - HACKDAY 1.0</dc:title>
  <dc:subject>PptxGenJS Presentation</dc:subject>
  <dc:creator>VoiceChessmate Team</dc:creator>
  <cp:lastModifiedBy>VoiceChessmate Team</cp:lastModifiedBy>
  <cp:revision>1</cp:revision>
  <dcterms:created xsi:type="dcterms:W3CDTF">2026-09-20T07:48:23Z</dcterms:created>
  <dcterms:modified xsi:type="dcterms:W3CDTF">2026-09-20T07:48:23Z</dcterms:modified>
</cp:coreProperties>
</file>