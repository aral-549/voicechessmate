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svg"/><Relationship Id="rId5" Type="http://schemas.openxmlformats.org/officeDocument/2006/relationships/image" Target="../media/image-3-5.png"/><Relationship Id="rId6" Type="http://schemas.openxmlformats.org/officeDocument/2006/relationships/image" Target="../media/image-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506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50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 PROBLEM STATEMENT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 is Global. Digital Chess Locks Out 285M Blind Players.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83464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Visual Lock-in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Mainstream platforms (Chess.com, Lichess) demand constant 2D eye tracking across 64 squares. Fast-paced Blitz &amp; Bullet games are physically impossible for blind players.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10312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283464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 Friction &amp; Latency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0916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readers read raw DOM tables cell by cell. This adds 6-10 seconds of cognitive and mechanical delay per move, making clock flag-falls inevitable.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1040" y="210312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21040" y="2834640"/>
            <a:ext cx="2697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Tactical Audio Context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321040" y="3657600"/>
            <a:ext cx="26974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Coordinate readouts lack domain insight. Players have no instantaneous awareness of hanging pieces, pins, discovered attacks, or checkmate patterns.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 PROPOSED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VoiceChessmate: The Eyes-Free, Voice-First Chess Companion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30352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148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 Conversational Chess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834640"/>
            <a:ext cx="45720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simply hold 'J' (push-to-talk) and speak naturally: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'Knight to f3' or 'Pawn to Eva 4'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• 'Describe my threats' or 'What is my best development?'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Voice Agent immediately confirms moves, executes the AI reply, and speaks tactical coaching guidance back with zero screen dependency.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120640" cy="1325880"/>
          </a:xfrm>
          <a:prstGeom prst="roundRect">
            <a:avLst>
              <a:gd name="adj" fmla="val 1034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8368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132320" y="19659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Zero-Latency Audio Engine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7132320" y="233172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AudioContext: 48kHz native playback + 24kHz capture with realistic wooden piece acoustics.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309360" y="3246120"/>
            <a:ext cx="5120640" cy="1325880"/>
          </a:xfrm>
          <a:prstGeom prst="roundRect">
            <a:avLst>
              <a:gd name="adj" fmla="val 1034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83680" y="356616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132320" y="347472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FIDE &amp; IBCA Phonetics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7132320" y="384048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support for international blind chess coordinate phonetics (Anna, Bella, Cesar, David...).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309360" y="4754880"/>
            <a:ext cx="5120640" cy="1325880"/>
          </a:xfrm>
          <a:prstGeom prst="roundRect">
            <a:avLst>
              <a:gd name="adj" fmla="val 1034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83680" y="50749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7132320" y="498348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Voice-Managed Chess Clocks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7132320" y="5349240"/>
            <a:ext cx="4023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Bullet, Blitz, and Rapid timers with audio warnings and flag-fall detection.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 TARGET USERS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Universal Accessibility: Engineered for Blind Players, Loved by All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7432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 &amp; Low-Vision Players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3832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285 Million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097280" y="38404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Visually impaired globally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097280" y="4206240"/>
            <a:ext cx="2697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 eyes-free gameplay with spatial stereo earcons, audio coordinate verification, and zero visual friction.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103120"/>
            <a:ext cx="457200" cy="457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09160" y="27432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Chess Students &amp; Learners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709160" y="33832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600+ Million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4709160" y="38404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chess players worldwide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709160" y="4206240"/>
            <a:ext cx="2697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voice coaching that explains why a move was played, detects mistakes, and provides on-demand tactical reviews.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1040" y="21031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21040" y="274320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Hands-Free &amp; Commuter Players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8321040" y="3383280"/>
            <a:ext cx="2697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Million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8321040" y="384048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audio entertainment market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321040" y="4206240"/>
            <a:ext cx="2697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rated games while commuting, exercising, or multitasking without looking at a phone or touching a keyboard.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 TECHNICAL APPROACH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 Full-Stack Pipeline with Guaranteed Audio Delivery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9728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AssemblyAI Voice Agent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Direct WebSocket streaming with sub-300ms turn-around.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AudioWorklet captures 24kHz PCM16 in 25ms chunks.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Context-aware language parsing with chess keyterms.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Deterministic tool calls: apply_move, describe_board.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09160" y="21031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0916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Dual AudioContext Engine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70916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Linux/PulseAudio solved: 48kHz output + 24kHz capture.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 silent clipping or buffer dropouts.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AudioBufferSourceNode zero-latency playback queue.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 Audio synthesized chess.com wood sound acoustics.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21040" y="210312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8321040" y="2651760"/>
            <a:ext cx="2697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Chess Core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832104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chess.js integration with complete legal move validation.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Stockfish 16 WASM AI opponent with 4 difficulty levels.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337 automated Vitest unit &amp; adversarial tests in CI.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Full state persistence across network reconnects.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F0C04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0C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 MARKET &amp; BUSINESS POTENTIAL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Uncontested Category: Voice-First Accessible Digital Chess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2064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97280" y="21031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45920" y="214884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 &amp; Opportunity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097280" y="2743200"/>
            <a:ext cx="43891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$5.7B Global Chess Industry: Rapid expansion fueled by streaming, youth adoption, and scholastic programs.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285M Visually Impaired Population: Completely excluded from competitive online chess due to visual interface lock-in.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Category Creation: Neither Chess.com nor Lichess offer conversational hands-free voice gameplay today.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737360"/>
            <a:ext cx="5303520" cy="4389120"/>
          </a:xfrm>
          <a:prstGeom prst="roundRect">
            <a:avLst>
              <a:gd name="adj" fmla="val 3125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92240" y="2103120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40880" y="214884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 Revenue Streams</a:t>
            </a:r>
            <a:endParaRPr lang="en-US" sz="1800" dirty="0"/>
          </a:p>
        </p:txBody>
      </p:sp>
      <p:sp>
        <p:nvSpPr>
          <p:cNvPr id="12" name="Text 8"/>
          <p:cNvSpPr/>
          <p:nvPr/>
        </p:nvSpPr>
        <p:spPr>
          <a:xfrm>
            <a:off x="6492240" y="2743200"/>
            <a:ext cx="4572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Consumer Freemium (B2C)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Free: Unlimited standard voice games &amp; clocks.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Pro ($8/mo): Master-tier coaching, deep game evaluations, opening blunder audits.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Institutional &amp; Tournament Licensing (B2B)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Official digital client for IBCA blind chess championships.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White-label integration for schools and academies.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Voice Agent API Licensing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• Modular SDK for third-party chess software.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3ECF8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06. SCALABILITY &amp; FUTURE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Roadmap: From AI Coach to Global Tournament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103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(TODAY)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97280" y="24688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Coach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conversational chess companion with AssemblyAI voice engine, Stockfish 16 WASM, blitz clocks, and 337 passing unit tests.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0" y="2103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(Q4 2026)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09160" y="24688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Peer-to-Peer Voice Rooms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human-vs-human voice chess rooms. Auditory clock countdowns and rated match synchronization with Lichess.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55280" y="1737360"/>
            <a:ext cx="3429000" cy="4389120"/>
          </a:xfrm>
          <a:prstGeom prst="roundRect">
            <a:avLst>
              <a:gd name="adj" fmla="val 4000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21040" y="2103120"/>
            <a:ext cx="2697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(2027)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2468880"/>
            <a:ext cx="2697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Hardware &amp; Multilingual Scale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21040" y="3291840"/>
            <a:ext cx="2697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Bluetooth electronic chess board sync (DGT, Millennium), haptic move feedback, and multilingual IBCA speech models in 8 languages.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2011680" cy="292608"/>
          </a:xfrm>
          <a:prstGeom prst="roundRect">
            <a:avLst>
              <a:gd name="adj" fmla="val 46875"/>
            </a:avLst>
          </a:prstGeom>
          <a:solidFill>
            <a:srgbClr val="112218"/>
          </a:solidFill>
          <a:ln w="12700">
            <a:solidFill>
              <a:srgbClr val="5BA3F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457200"/>
            <a:ext cx="20116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A3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07. IF WE HAD MORE TIME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F4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Next Steps with Additional Time &amp; Resources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560" y="20574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0020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Real-Time Voice-to-Voice Multiplayer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5156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two blind players in a shared voice channel where both players' spoken moves and clock sounds are broadcast and verified in sub-second real time.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73736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6520" y="205740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995160" y="201168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Haptic Coordinate Feedback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46520" y="256032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Encode square files (1-8) and ranks (a-h) into distinct spatial vibration patterns on mobile devices, allowing tactile verification without any audio.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3152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1560" y="42976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0020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IBCA Certified Tournament Arbiter Mode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105156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adjudication engine generating FIDE-compliant PGN score-sheets with automated dispute playback for blind chess tournament organizers.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126480" y="3977640"/>
            <a:ext cx="5166360" cy="2057400"/>
          </a:xfrm>
          <a:prstGeom prst="roundRect">
            <a:avLst>
              <a:gd name="adj" fmla="val 6667"/>
            </a:avLst>
          </a:prstGeom>
          <a:solidFill>
            <a:srgbClr val="121A15"/>
          </a:solidFill>
          <a:ln w="12700">
            <a:solidFill>
              <a:srgbClr val="1E2C23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46520" y="429768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95160" y="425196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Native iOS &amp; Android Packaged Apps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6446520" y="4800600"/>
            <a:ext cx="45262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B4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the Web Audio and AssemblyAI pipeline into native mobile apps utilizing iOS CoreAudio and Android AudioTrack for maximum battery efficiency.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VoiceChessmate - HACKDAY 1.0</dc:title>
  <dc:subject>PptxGenJS Presentation</dc:subject>
  <dc:creator>VoiceChessmate Team</dc:creator>
  <cp:lastModifiedBy>VoiceChessmate Team</cp:lastModifiedBy>
  <cp:revision>1</cp:revision>
  <dcterms:created xsi:type="dcterms:W3CDTF">2026-09-20T07:32:22Z</dcterms:created>
  <dcterms:modified xsi:type="dcterms:W3CDTF">2026-09-20T07:32:22Z</dcterms:modified>
</cp:coreProperties>
</file>