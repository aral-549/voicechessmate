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77840" y="13716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VoiceChessmate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3566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Eyes Are Optional, But Victory Isn't.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Autonomous, Conversational Voice Chess Companion for 285M Visually Impaired Players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Hackdevengers 2.0 Project Submission | Powered by AssemblyAI Voice Agent API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F050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Digital Chess Fails Blind Players Worldwide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2834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Visual Dependency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chess sites require continuous 2D spatial eye tracking. Blind players cannot compete in standard time controls (Rapid/Blitz) due to interface lag.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160" y="210312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09160" y="2834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Crippling Screen Reader Latency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70916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screen readers traverse chessboard tables square by square. A 6-10 second move latency guarantees immediate clock flag-falls in timed play.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95528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21040" y="210312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321040" y="2834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Audio Dropouts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32104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Speech API in Chromium suffers silent GC truncation mid-sentence and IPC race conditions when moves are played in quick succession.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EXPERIENCE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Hands-Free, Eyes-Free Conversational Gameplay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48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Dialogue Flow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274320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PLAYER:  'Knight to Felix 3'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COACH:   'Knight to Felix 3. Solid development.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I will counter with pawn to Cesar 5.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Your move, White.'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Push-to-Talk (J key): Instant mic activation with zero queue delay.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Single-Touch Auditory Hotkeys: Instant board audit (D), threats (T), and tactics (G).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FIDE/IBCA Phonetics: Eliminates ambiguous rhymes (B/C/D/E/G).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12080" cy="1325880"/>
          </a:xfrm>
          <a:prstGeom prst="roundRect">
            <a:avLst>
              <a:gd name="adj" fmla="val 1034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20574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1965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Chess.com Acoustics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040880" y="23317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 wooden impact synthesis for moves, captures, checks, and game-over fanfares.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17920" y="3246120"/>
            <a:ext cx="5212080" cy="1325880"/>
          </a:xfrm>
          <a:prstGeom prst="roundRect">
            <a:avLst>
              <a:gd name="adj" fmla="val 1034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92240" y="356616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40880" y="3474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Chess Clocks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7040880" y="384048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Bullet, Blitz, and Rapid modes with audio countdown alerts and flag-fall detection.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17920" y="4754880"/>
            <a:ext cx="5212080" cy="1325880"/>
          </a:xfrm>
          <a:prstGeom prst="roundRect">
            <a:avLst>
              <a:gd name="adj" fmla="val 1034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92240" y="50749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40880" y="49834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Settings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7040880" y="534924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High-contrast board themes, text font scaling, screen reader caption logs, and full shortcuts.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ENGINEERING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High-Fidelity AssemblyAI Voice Agent Pipeline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24kHz Audio Capture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AudioWorklet processor chunks microphone stream into 25ms PCM16 buffers, optimized for speech recognition.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73736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0332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Streaming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03320" y="329184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bidirectional communication with AssemblyAI agent. Sub-300ms turn-taking with built-in voice activity detection.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73736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Tool Calling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0" y="329184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AssemblyAI triggers deterministic JSON schema tools (apply_move, describe_board) executed against the chess engine.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23960" y="173736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9828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AudioContext Output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98280" y="329184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48kHz AudioBufferSourceNode playback fixes Linux/PulseAudio muting and ensures zero audio drops.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5BA3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STANDARD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 / IBCA Rule 2.1 &amp; Spatial Audio Navigation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IBCA Phonetic Coordinate Standard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56032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A  →  Anna     ('Pawn Anna 2 to Anna 4')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B  →  Bella    ('Knight Bella 1 to Cesar 3')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C  →  Cesar    ('Pawn Cesar 7 to Cesar 5')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D  →  David    ('Queen David 1 to David 4')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E  →  Eva      ('Pawn Eva 7 to Eva 5')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F  →  Felix    ('Bishop Felix 1 to Cesar 4')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G  →  Gustav   ('Knight Gustav 1 to Felix 3')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H  →  Hector   ('Rook Hector 1 to Hector 3')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0" y="21031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13232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Earcon Sound Design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74320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Stereo Panning across Files: Moves on the A-file pan hard left; moves on the H-file pan hard right.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Pentatonic Pitch across Ranks: Low pitches correspond to rank 1; high pitches correspond to rank 8.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Acoustic Piece Timbres: Pawns (sine), Knights (triangle), Rooks/Queens (sawtooth).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Sighted players visually parse a move in 200ms; VoiceChessmate's spatial audio delivers the move in ~260ms — 10x faster than speech.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QUALITY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Architecture &amp; 337 Passing Automated Tests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1031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337 Passing Tests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097280" y="3246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Suite Passing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374904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Exhaustive automated tests verifying chess rules, move legalities, edge-case pawn promotions, and Blitz clock flag-falls.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21031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 Audio Mocks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0916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09160" y="3246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Regressions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374904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headless MockSpeechSynthesis and AudioContext harnesses test voice queuing, VAD interruptions, and race conditions in Node CI.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1031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 Watchdogs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321040" y="3246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Lock Guard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1040" y="374904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Watchdogs prevent UI lockups: connecting (7s), thinking (10s), speaking (30s) automatically recover to idle if sockets disconnect.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F0C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C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POTENTIAL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Social Impact Meets a Scalable Commercial Opportunity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48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Scale &amp; Demographics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97280" y="274320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285 Million Visually Impaired Worldwide: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Chess is widely considered the premier intellectual sport for blind athletes, but digital tooling has lagged physical tactile boards by decades.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600 Million Sighted Chess Players: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Hands-free and audio-first chess coaching appeals to commuters, drivers, and players seeking verbal analysis.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First-Mover Advantage: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 competitive voice chess engine exists on Chess.com or Lichess.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3680" y="21031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3232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Distribution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583680" y="274320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Free Core Tier (Universal Accessibility):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Full voice-first play, clocks, IBCA phonetics, and local stockfish engine.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VoiceChessmate Pro Subscription ($8/mo):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Deep post-game audio analysis, mistake alerts, custom grandmaster voices.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Institutional &amp; Federation Partnerships: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Official tournament client for IBCA and regional blind sports associations.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VISION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Future: Hardware Integration &amp; Global Peer-to-Peer Voice Rooms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20574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011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Voice-to-Voice Multiplayer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256032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blind players connecting over real-time WebRTC audio channels, making moves verbally with automatic arbiter adjudication.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73736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6520" y="20574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95160" y="2011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Haptic Physical Feedback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46520" y="256032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Vibratory coordinate encoding on mobile devices providing tactile confirmation of piece captures, checks, and square moves.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31520" y="397764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0" y="42976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0200" y="4251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Bluetooth DGT Board Sync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051560" y="480060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physical tactile boards (DGT, Millennium) via Web Bluetooth so pieces moved on physical wood reflect instantly in voice.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26480" y="397764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46520" y="429768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95160" y="4251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Speech Models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446520" y="480060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IBCA phonetic models and voice coach personalities across Spanish, French, German, Hindi, and Arabic.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VoiceChessmate - Hackdevengers 2.0</dc:title>
  <dc:subject>PptxGenJS Presentation</dc:subject>
  <dc:creator>VoiceChessmate Team</dc:creator>
  <cp:lastModifiedBy>VoiceChessmate Team</cp:lastModifiedBy>
  <cp:revision>1</cp:revision>
  <dcterms:created xsi:type="dcterms:W3CDTF">2026-09-20T07:16:14Z</dcterms:created>
  <dcterms:modified xsi:type="dcterms:W3CDTF">2026-09-20T07:16:14Z</dcterms:modified>
</cp:coreProperties>
</file>